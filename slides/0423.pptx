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4" r:id="rId4"/>
    <p:sldId id="258" r:id="rId5"/>
    <p:sldId id="263" r:id="rId6"/>
    <p:sldId id="264" r:id="rId7"/>
    <p:sldId id="260" r:id="rId8"/>
    <p:sldId id="265" r:id="rId9"/>
    <p:sldId id="266" r:id="rId10"/>
    <p:sldId id="267" r:id="rId11"/>
    <p:sldId id="268" r:id="rId12"/>
    <p:sldId id="272" r:id="rId13"/>
    <p:sldId id="269" r:id="rId14"/>
    <p:sldId id="270" r:id="rId15"/>
    <p:sldId id="271" r:id="rId16"/>
    <p:sldId id="261" r:id="rId17"/>
    <p:sldId id="262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A0AF0-17EF-4973-9554-38AC625C6D34}" v="3" dt="2026-04-21T18:39:57.704"/>
    <p1510:client id="{D0F82C3E-A025-3B4D-BDDD-5579575760C3}" v="52" dt="2026-04-21T18:58:32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llel Arnold" userId="S::harnold@rockarch.org::4aeb25ac-1389-42dc-88a9-d47cbceb394e" providerId="AD" clId="Web-{5AFA0AF0-17EF-4973-9554-38AC625C6D34}"/>
    <pc:docChg chg="addSld delSld">
      <pc:chgData name="Hillel Arnold" userId="S::harnold@rockarch.org::4aeb25ac-1389-42dc-88a9-d47cbceb394e" providerId="AD" clId="Web-{5AFA0AF0-17EF-4973-9554-38AC625C6D34}" dt="2026-04-21T18:39:57.704" v="2"/>
      <pc:docMkLst>
        <pc:docMk/>
      </pc:docMkLst>
      <pc:sldChg chg="del">
        <pc:chgData name="Hillel Arnold" userId="S::harnold@rockarch.org::4aeb25ac-1389-42dc-88a9-d47cbceb394e" providerId="AD" clId="Web-{5AFA0AF0-17EF-4973-9554-38AC625C6D34}" dt="2026-04-21T18:35:18.795" v="0"/>
        <pc:sldMkLst>
          <pc:docMk/>
          <pc:sldMk cId="1035409466" sldId="273"/>
        </pc:sldMkLst>
      </pc:sldChg>
      <pc:sldChg chg="new">
        <pc:chgData name="Hillel Arnold" userId="S::harnold@rockarch.org::4aeb25ac-1389-42dc-88a9-d47cbceb394e" providerId="AD" clId="Web-{5AFA0AF0-17EF-4973-9554-38AC625C6D34}" dt="2026-04-21T18:39:57.704" v="2"/>
        <pc:sldMkLst>
          <pc:docMk/>
          <pc:sldMk cId="1636645050" sldId="273"/>
        </pc:sldMkLst>
      </pc:sldChg>
      <pc:sldChg chg="del">
        <pc:chgData name="Hillel Arnold" userId="S::harnold@rockarch.org::4aeb25ac-1389-42dc-88a9-d47cbceb394e" providerId="AD" clId="Web-{5AFA0AF0-17EF-4973-9554-38AC625C6D34}" dt="2026-04-21T18:39:48.235" v="1"/>
        <pc:sldMkLst>
          <pc:docMk/>
          <pc:sldMk cId="2311905446" sldId="273"/>
        </pc:sldMkLst>
      </pc:sldChg>
    </pc:docChg>
  </pc:docChgLst>
  <pc:docChgLst>
    <pc:chgData name="Bob Clark" userId="S::rclark@rockarch.org::da668184-3cac-4407-8e88-06ed513c92e8" providerId="AD" clId="Web-{EA5332DD-7CE1-2F27-D98A-64F8BD90E7DA}"/>
    <pc:docChg chg="modSld">
      <pc:chgData name="Bob Clark" userId="S::rclark@rockarch.org::da668184-3cac-4407-8e88-06ed513c92e8" providerId="AD" clId="Web-{EA5332DD-7CE1-2F27-D98A-64F8BD90E7DA}" dt="2026-04-20T18:15:29.232" v="297" actId="20577"/>
      <pc:docMkLst>
        <pc:docMk/>
      </pc:docMkLst>
      <pc:sldChg chg="modSp">
        <pc:chgData name="Bob Clark" userId="S::rclark@rockarch.org::da668184-3cac-4407-8e88-06ed513c92e8" providerId="AD" clId="Web-{EA5332DD-7CE1-2F27-D98A-64F8BD90E7DA}" dt="2026-04-20T18:14:26.185" v="213" actId="20577"/>
        <pc:sldMkLst>
          <pc:docMk/>
          <pc:sldMk cId="3083789708" sldId="262"/>
        </pc:sldMkLst>
        <pc:spChg chg="mod">
          <ac:chgData name="Bob Clark" userId="S::rclark@rockarch.org::da668184-3cac-4407-8e88-06ed513c92e8" providerId="AD" clId="Web-{EA5332DD-7CE1-2F27-D98A-64F8BD90E7DA}" dt="2026-04-20T18:14:26.185" v="213" actId="20577"/>
          <ac:spMkLst>
            <pc:docMk/>
            <pc:sldMk cId="3083789708" sldId="262"/>
            <ac:spMk id="5" creationId="{BBA64C9E-30E3-9D6B-3472-8C0863EE6A52}"/>
          </ac:spMkLst>
        </pc:spChg>
      </pc:sldChg>
      <pc:sldChg chg="modSp">
        <pc:chgData name="Bob Clark" userId="S::rclark@rockarch.org::da668184-3cac-4407-8e88-06ed513c92e8" providerId="AD" clId="Web-{EA5332DD-7CE1-2F27-D98A-64F8BD90E7DA}" dt="2026-04-20T18:15:29.232" v="297" actId="20577"/>
        <pc:sldMkLst>
          <pc:docMk/>
          <pc:sldMk cId="2741448893" sldId="266"/>
        </pc:sldMkLst>
        <pc:spChg chg="mod">
          <ac:chgData name="Bob Clark" userId="S::rclark@rockarch.org::da668184-3cac-4407-8e88-06ed513c92e8" providerId="AD" clId="Web-{EA5332DD-7CE1-2F27-D98A-64F8BD90E7DA}" dt="2026-04-20T18:15:29.232" v="297" actId="20577"/>
          <ac:spMkLst>
            <pc:docMk/>
            <pc:sldMk cId="2741448893" sldId="266"/>
            <ac:spMk id="3" creationId="{253C5068-23D5-73F9-6AD1-70F874145FC7}"/>
          </ac:spMkLst>
        </pc:spChg>
      </pc:sldChg>
      <pc:sldChg chg="modSp">
        <pc:chgData name="Bob Clark" userId="S::rclark@rockarch.org::da668184-3cac-4407-8e88-06ed513c92e8" providerId="AD" clId="Web-{EA5332DD-7CE1-2F27-D98A-64F8BD90E7DA}" dt="2026-04-20T18:12:25.794" v="82" actId="20577"/>
        <pc:sldMkLst>
          <pc:docMk/>
          <pc:sldMk cId="11545252" sldId="269"/>
        </pc:sldMkLst>
        <pc:spChg chg="mod">
          <ac:chgData name="Bob Clark" userId="S::rclark@rockarch.org::da668184-3cac-4407-8e88-06ed513c92e8" providerId="AD" clId="Web-{EA5332DD-7CE1-2F27-D98A-64F8BD90E7DA}" dt="2026-04-20T18:12:25.794" v="82" actId="20577"/>
          <ac:spMkLst>
            <pc:docMk/>
            <pc:sldMk cId="11545252" sldId="269"/>
            <ac:spMk id="3" creationId="{62C4CA60-941F-20C4-09AD-9DFC7C114939}"/>
          </ac:spMkLst>
        </pc:spChg>
      </pc:sldChg>
    </pc:docChg>
  </pc:docChgLst>
  <pc:docChgLst>
    <pc:chgData name="Hillel Arnold" userId="4aeb25ac-1389-42dc-88a9-d47cbceb394e" providerId="ADAL" clId="{38287895-51FC-5AA4-994D-D05DE7AC5251}"/>
    <pc:docChg chg="undo custSel addSld delSld modSld sldOrd">
      <pc:chgData name="Hillel Arnold" userId="4aeb25ac-1389-42dc-88a9-d47cbceb394e" providerId="ADAL" clId="{38287895-51FC-5AA4-994D-D05DE7AC5251}" dt="2026-04-21T18:58:32.422" v="4225" actId="2696"/>
      <pc:docMkLst>
        <pc:docMk/>
      </pc:docMkLst>
      <pc:sldChg chg="modSp mod">
        <pc:chgData name="Hillel Arnold" userId="4aeb25ac-1389-42dc-88a9-d47cbceb394e" providerId="ADAL" clId="{38287895-51FC-5AA4-994D-D05DE7AC5251}" dt="2026-04-14T20:02:05.022" v="3949" actId="20577"/>
        <pc:sldMkLst>
          <pc:docMk/>
          <pc:sldMk cId="3723312798" sldId="256"/>
        </pc:sldMkLst>
        <pc:spChg chg="mod">
          <ac:chgData name="Hillel Arnold" userId="4aeb25ac-1389-42dc-88a9-d47cbceb394e" providerId="ADAL" clId="{38287895-51FC-5AA4-994D-D05DE7AC5251}" dt="2026-04-14T20:01:37.905" v="3822" actId="20577"/>
          <ac:spMkLst>
            <pc:docMk/>
            <pc:sldMk cId="3723312798" sldId="256"/>
            <ac:spMk id="2" creationId="{FF2F8A0F-BE18-BE29-E0B9-9ADC4F6C197D}"/>
          </ac:spMkLst>
        </pc:spChg>
        <pc:spChg chg="mod">
          <ac:chgData name="Hillel Arnold" userId="4aeb25ac-1389-42dc-88a9-d47cbceb394e" providerId="ADAL" clId="{38287895-51FC-5AA4-994D-D05DE7AC5251}" dt="2026-04-14T20:02:05.022" v="3949" actId="20577"/>
          <ac:spMkLst>
            <pc:docMk/>
            <pc:sldMk cId="3723312798" sldId="256"/>
            <ac:spMk id="3" creationId="{D2777E91-7681-949B-6AEE-9A76CE6BF5FE}"/>
          </ac:spMkLst>
        </pc:spChg>
      </pc:sldChg>
      <pc:sldChg chg="modSp mod">
        <pc:chgData name="Hillel Arnold" userId="4aeb25ac-1389-42dc-88a9-d47cbceb394e" providerId="ADAL" clId="{38287895-51FC-5AA4-994D-D05DE7AC5251}" dt="2026-04-14T13:27:32.629" v="0" actId="20577"/>
        <pc:sldMkLst>
          <pc:docMk/>
          <pc:sldMk cId="3335750754" sldId="258"/>
        </pc:sldMkLst>
        <pc:spChg chg="mod">
          <ac:chgData name="Hillel Arnold" userId="4aeb25ac-1389-42dc-88a9-d47cbceb394e" providerId="ADAL" clId="{38287895-51FC-5AA4-994D-D05DE7AC5251}" dt="2026-04-14T13:27:32.629" v="0" actId="20577"/>
          <ac:spMkLst>
            <pc:docMk/>
            <pc:sldMk cId="3335750754" sldId="258"/>
            <ac:spMk id="3" creationId="{4EB22570-2C18-8109-AEA7-DB3161FD604D}"/>
          </ac:spMkLst>
        </pc:spChg>
      </pc:sldChg>
      <pc:sldChg chg="modSp mod">
        <pc:chgData name="Hillel Arnold" userId="4aeb25ac-1389-42dc-88a9-d47cbceb394e" providerId="ADAL" clId="{38287895-51FC-5AA4-994D-D05DE7AC5251}" dt="2026-04-14T14:41:15.968" v="1111" actId="20577"/>
        <pc:sldMkLst>
          <pc:docMk/>
          <pc:sldMk cId="3966383720" sldId="259"/>
        </pc:sldMkLst>
        <pc:spChg chg="mod">
          <ac:chgData name="Hillel Arnold" userId="4aeb25ac-1389-42dc-88a9-d47cbceb394e" providerId="ADAL" clId="{38287895-51FC-5AA4-994D-D05DE7AC5251}" dt="2026-04-14T14:41:15.968" v="1111" actId="20577"/>
          <ac:spMkLst>
            <pc:docMk/>
            <pc:sldMk cId="3966383720" sldId="259"/>
            <ac:spMk id="3" creationId="{16D5E420-6B6B-B85D-7267-AEB849A44F2D}"/>
          </ac:spMkLst>
        </pc:spChg>
      </pc:sldChg>
      <pc:sldChg chg="modSp new mod">
        <pc:chgData name="Hillel Arnold" userId="4aeb25ac-1389-42dc-88a9-d47cbceb394e" providerId="ADAL" clId="{38287895-51FC-5AA4-994D-D05DE7AC5251}" dt="2026-04-16T13:32:09.341" v="3979" actId="20577"/>
        <pc:sldMkLst>
          <pc:docMk/>
          <pc:sldMk cId="3163792670" sldId="263"/>
        </pc:sldMkLst>
        <pc:spChg chg="mod">
          <ac:chgData name="Hillel Arnold" userId="4aeb25ac-1389-42dc-88a9-d47cbceb394e" providerId="ADAL" clId="{38287895-51FC-5AA4-994D-D05DE7AC5251}" dt="2026-04-14T14:10:01.995" v="31" actId="20577"/>
          <ac:spMkLst>
            <pc:docMk/>
            <pc:sldMk cId="3163792670" sldId="263"/>
            <ac:spMk id="2" creationId="{4DFB85A3-D977-FC2A-5E59-5AAB317EA21D}"/>
          </ac:spMkLst>
        </pc:spChg>
        <pc:spChg chg="mod">
          <ac:chgData name="Hillel Arnold" userId="4aeb25ac-1389-42dc-88a9-d47cbceb394e" providerId="ADAL" clId="{38287895-51FC-5AA4-994D-D05DE7AC5251}" dt="2026-04-16T13:32:09.341" v="3979" actId="20577"/>
          <ac:spMkLst>
            <pc:docMk/>
            <pc:sldMk cId="3163792670" sldId="263"/>
            <ac:spMk id="3" creationId="{FD310C0F-37DD-E432-12B0-9FCDD3DE696B}"/>
          </ac:spMkLst>
        </pc:spChg>
      </pc:sldChg>
      <pc:sldChg chg="modSp new mod">
        <pc:chgData name="Hillel Arnold" userId="4aeb25ac-1389-42dc-88a9-d47cbceb394e" providerId="ADAL" clId="{38287895-51FC-5AA4-994D-D05DE7AC5251}" dt="2026-04-14T14:19:33.381" v="725" actId="20577"/>
        <pc:sldMkLst>
          <pc:docMk/>
          <pc:sldMk cId="1726298183" sldId="264"/>
        </pc:sldMkLst>
        <pc:spChg chg="mod">
          <ac:chgData name="Hillel Arnold" userId="4aeb25ac-1389-42dc-88a9-d47cbceb394e" providerId="ADAL" clId="{38287895-51FC-5AA4-994D-D05DE7AC5251}" dt="2026-04-14T14:10:10.464" v="41" actId="20577"/>
          <ac:spMkLst>
            <pc:docMk/>
            <pc:sldMk cId="1726298183" sldId="264"/>
            <ac:spMk id="2" creationId="{ABCD0223-8083-38DD-AC34-DD4BDA83975B}"/>
          </ac:spMkLst>
        </pc:spChg>
        <pc:spChg chg="mod">
          <ac:chgData name="Hillel Arnold" userId="4aeb25ac-1389-42dc-88a9-d47cbceb394e" providerId="ADAL" clId="{38287895-51FC-5AA4-994D-D05DE7AC5251}" dt="2026-04-14T14:19:33.381" v="725" actId="20577"/>
          <ac:spMkLst>
            <pc:docMk/>
            <pc:sldMk cId="1726298183" sldId="264"/>
            <ac:spMk id="3" creationId="{1A956053-24BE-1230-1C87-EF6CAE65E8A7}"/>
          </ac:spMkLst>
        </pc:spChg>
      </pc:sldChg>
      <pc:sldChg chg="modSp new mod">
        <pc:chgData name="Hillel Arnold" userId="4aeb25ac-1389-42dc-88a9-d47cbceb394e" providerId="ADAL" clId="{38287895-51FC-5AA4-994D-D05DE7AC5251}" dt="2026-04-14T14:41:25.065" v="1122" actId="20577"/>
        <pc:sldMkLst>
          <pc:docMk/>
          <pc:sldMk cId="2977181321" sldId="265"/>
        </pc:sldMkLst>
        <pc:spChg chg="mod">
          <ac:chgData name="Hillel Arnold" userId="4aeb25ac-1389-42dc-88a9-d47cbceb394e" providerId="ADAL" clId="{38287895-51FC-5AA4-994D-D05DE7AC5251}" dt="2026-04-14T14:37:07.366" v="749" actId="20577"/>
          <ac:spMkLst>
            <pc:docMk/>
            <pc:sldMk cId="2977181321" sldId="265"/>
            <ac:spMk id="2" creationId="{19F6AFC0-00F7-418D-8BDD-F8F2EDFD0745}"/>
          </ac:spMkLst>
        </pc:spChg>
        <pc:spChg chg="mod">
          <ac:chgData name="Hillel Arnold" userId="4aeb25ac-1389-42dc-88a9-d47cbceb394e" providerId="ADAL" clId="{38287895-51FC-5AA4-994D-D05DE7AC5251}" dt="2026-04-14T14:41:25.065" v="1122" actId="20577"/>
          <ac:spMkLst>
            <pc:docMk/>
            <pc:sldMk cId="2977181321" sldId="265"/>
            <ac:spMk id="3" creationId="{D6F8F1E5-B558-AA4D-3BE1-43E143776845}"/>
          </ac:spMkLst>
        </pc:spChg>
      </pc:sldChg>
      <pc:sldChg chg="modSp new mod modNotesTx">
        <pc:chgData name="Hillel Arnold" userId="4aeb25ac-1389-42dc-88a9-d47cbceb394e" providerId="ADAL" clId="{38287895-51FC-5AA4-994D-D05DE7AC5251}" dt="2026-04-14T19:43:46.275" v="3772" actId="20577"/>
        <pc:sldMkLst>
          <pc:docMk/>
          <pc:sldMk cId="2741448893" sldId="266"/>
        </pc:sldMkLst>
        <pc:spChg chg="mod">
          <ac:chgData name="Hillel Arnold" userId="4aeb25ac-1389-42dc-88a9-d47cbceb394e" providerId="ADAL" clId="{38287895-51FC-5AA4-994D-D05DE7AC5251}" dt="2026-04-14T14:44:32.469" v="1628" actId="20577"/>
          <ac:spMkLst>
            <pc:docMk/>
            <pc:sldMk cId="2741448893" sldId="266"/>
            <ac:spMk id="2" creationId="{D86CB56C-8F29-F89F-1B23-00E6B578614E}"/>
          </ac:spMkLst>
        </pc:spChg>
        <pc:spChg chg="mod">
          <ac:chgData name="Hillel Arnold" userId="4aeb25ac-1389-42dc-88a9-d47cbceb394e" providerId="ADAL" clId="{38287895-51FC-5AA4-994D-D05DE7AC5251}" dt="2026-04-14T19:43:46.275" v="3772" actId="20577"/>
          <ac:spMkLst>
            <pc:docMk/>
            <pc:sldMk cId="2741448893" sldId="266"/>
            <ac:spMk id="3" creationId="{253C5068-23D5-73F9-6AD1-70F874145FC7}"/>
          </ac:spMkLst>
        </pc:spChg>
      </pc:sldChg>
      <pc:sldChg chg="modSp new mod">
        <pc:chgData name="Hillel Arnold" userId="4aeb25ac-1389-42dc-88a9-d47cbceb394e" providerId="ADAL" clId="{38287895-51FC-5AA4-994D-D05DE7AC5251}" dt="2026-04-16T13:32:40.779" v="3986" actId="20577"/>
        <pc:sldMkLst>
          <pc:docMk/>
          <pc:sldMk cId="3674533305" sldId="267"/>
        </pc:sldMkLst>
        <pc:spChg chg="mod">
          <ac:chgData name="Hillel Arnold" userId="4aeb25ac-1389-42dc-88a9-d47cbceb394e" providerId="ADAL" clId="{38287895-51FC-5AA4-994D-D05DE7AC5251}" dt="2026-04-14T14:44:51.891" v="1688" actId="20577"/>
          <ac:spMkLst>
            <pc:docMk/>
            <pc:sldMk cId="3674533305" sldId="267"/>
            <ac:spMk id="2" creationId="{E0C99E2B-60A6-B3DB-01EA-49A3D1C90ABC}"/>
          </ac:spMkLst>
        </pc:spChg>
        <pc:spChg chg="mod">
          <ac:chgData name="Hillel Arnold" userId="4aeb25ac-1389-42dc-88a9-d47cbceb394e" providerId="ADAL" clId="{38287895-51FC-5AA4-994D-D05DE7AC5251}" dt="2026-04-16T13:32:40.779" v="3986" actId="20577"/>
          <ac:spMkLst>
            <pc:docMk/>
            <pc:sldMk cId="3674533305" sldId="267"/>
            <ac:spMk id="3" creationId="{995FE30A-6E2A-E7A9-5673-4212C3EAF15E}"/>
          </ac:spMkLst>
        </pc:spChg>
      </pc:sldChg>
      <pc:sldChg chg="modSp new mod">
        <pc:chgData name="Hillel Arnold" userId="4aeb25ac-1389-42dc-88a9-d47cbceb394e" providerId="ADAL" clId="{38287895-51FC-5AA4-994D-D05DE7AC5251}" dt="2026-04-16T16:48:15.148" v="4077" actId="20577"/>
        <pc:sldMkLst>
          <pc:docMk/>
          <pc:sldMk cId="1231461677" sldId="268"/>
        </pc:sldMkLst>
        <pc:spChg chg="mod">
          <ac:chgData name="Hillel Arnold" userId="4aeb25ac-1389-42dc-88a9-d47cbceb394e" providerId="ADAL" clId="{38287895-51FC-5AA4-994D-D05DE7AC5251}" dt="2026-04-16T16:48:10.450" v="4052" actId="20577"/>
          <ac:spMkLst>
            <pc:docMk/>
            <pc:sldMk cId="1231461677" sldId="268"/>
            <ac:spMk id="2" creationId="{45A70740-1191-8445-3930-A7B7018AF7ED}"/>
          </ac:spMkLst>
        </pc:spChg>
        <pc:spChg chg="mod">
          <ac:chgData name="Hillel Arnold" userId="4aeb25ac-1389-42dc-88a9-d47cbceb394e" providerId="ADAL" clId="{38287895-51FC-5AA4-994D-D05DE7AC5251}" dt="2026-04-16T16:48:15.148" v="4077" actId="20577"/>
          <ac:spMkLst>
            <pc:docMk/>
            <pc:sldMk cId="1231461677" sldId="268"/>
            <ac:spMk id="3" creationId="{C255A78B-67B2-EB9C-52AC-22D5660DC81A}"/>
          </ac:spMkLst>
        </pc:spChg>
      </pc:sldChg>
      <pc:sldChg chg="modSp new mod">
        <pc:chgData name="Hillel Arnold" userId="4aeb25ac-1389-42dc-88a9-d47cbceb394e" providerId="ADAL" clId="{38287895-51FC-5AA4-994D-D05DE7AC5251}" dt="2026-04-16T13:34:24.158" v="4021" actId="20577"/>
        <pc:sldMkLst>
          <pc:docMk/>
          <pc:sldMk cId="11545252" sldId="269"/>
        </pc:sldMkLst>
        <pc:spChg chg="mod">
          <ac:chgData name="Hillel Arnold" userId="4aeb25ac-1389-42dc-88a9-d47cbceb394e" providerId="ADAL" clId="{38287895-51FC-5AA4-994D-D05DE7AC5251}" dt="2026-04-14T18:03:30.177" v="2498" actId="20577"/>
          <ac:spMkLst>
            <pc:docMk/>
            <pc:sldMk cId="11545252" sldId="269"/>
            <ac:spMk id="2" creationId="{1094B284-6B6F-D548-7619-C408B89A8185}"/>
          </ac:spMkLst>
        </pc:spChg>
        <pc:spChg chg="mod">
          <ac:chgData name="Hillel Arnold" userId="4aeb25ac-1389-42dc-88a9-d47cbceb394e" providerId="ADAL" clId="{38287895-51FC-5AA4-994D-D05DE7AC5251}" dt="2026-04-16T13:34:24.158" v="4021" actId="20577"/>
          <ac:spMkLst>
            <pc:docMk/>
            <pc:sldMk cId="11545252" sldId="269"/>
            <ac:spMk id="3" creationId="{62C4CA60-941F-20C4-09AD-9DFC7C114939}"/>
          </ac:spMkLst>
        </pc:spChg>
      </pc:sldChg>
      <pc:sldChg chg="modSp new mod">
        <pc:chgData name="Hillel Arnold" userId="4aeb25ac-1389-42dc-88a9-d47cbceb394e" providerId="ADAL" clId="{38287895-51FC-5AA4-994D-D05DE7AC5251}" dt="2026-04-16T13:34:04.390" v="4013" actId="20577"/>
        <pc:sldMkLst>
          <pc:docMk/>
          <pc:sldMk cId="275929667" sldId="270"/>
        </pc:sldMkLst>
        <pc:spChg chg="mod">
          <ac:chgData name="Hillel Arnold" userId="4aeb25ac-1389-42dc-88a9-d47cbceb394e" providerId="ADAL" clId="{38287895-51FC-5AA4-994D-D05DE7AC5251}" dt="2026-04-14T18:18:48.797" v="2998" actId="20577"/>
          <ac:spMkLst>
            <pc:docMk/>
            <pc:sldMk cId="275929667" sldId="270"/>
            <ac:spMk id="2" creationId="{C9991925-B682-7E10-E0D6-D227FE74267D}"/>
          </ac:spMkLst>
        </pc:spChg>
        <pc:spChg chg="mod">
          <ac:chgData name="Hillel Arnold" userId="4aeb25ac-1389-42dc-88a9-d47cbceb394e" providerId="ADAL" clId="{38287895-51FC-5AA4-994D-D05DE7AC5251}" dt="2026-04-16T13:34:04.390" v="4013" actId="20577"/>
          <ac:spMkLst>
            <pc:docMk/>
            <pc:sldMk cId="275929667" sldId="270"/>
            <ac:spMk id="3" creationId="{9D6CE94D-1DDA-5F92-3881-D1E0E8F95808}"/>
          </ac:spMkLst>
        </pc:spChg>
      </pc:sldChg>
      <pc:sldChg chg="addSp delSp modSp new mod modClrScheme chgLayout">
        <pc:chgData name="Hillel Arnold" userId="4aeb25ac-1389-42dc-88a9-d47cbceb394e" providerId="ADAL" clId="{38287895-51FC-5AA4-994D-D05DE7AC5251}" dt="2026-04-14T18:59:56.436" v="3660" actId="700"/>
        <pc:sldMkLst>
          <pc:docMk/>
          <pc:sldMk cId="431054688" sldId="271"/>
        </pc:sldMkLst>
        <pc:spChg chg="mod ord">
          <ac:chgData name="Hillel Arnold" userId="4aeb25ac-1389-42dc-88a9-d47cbceb394e" providerId="ADAL" clId="{38287895-51FC-5AA4-994D-D05DE7AC5251}" dt="2026-04-14T18:59:56.436" v="3660" actId="700"/>
          <ac:spMkLst>
            <pc:docMk/>
            <pc:sldMk cId="431054688" sldId="271"/>
            <ac:spMk id="2" creationId="{29D0ECA0-FDF3-E04A-7E74-BE07A3D3098C}"/>
          </ac:spMkLst>
        </pc:spChg>
        <pc:spChg chg="add mod ord">
          <ac:chgData name="Hillel Arnold" userId="4aeb25ac-1389-42dc-88a9-d47cbceb394e" providerId="ADAL" clId="{38287895-51FC-5AA4-994D-D05DE7AC5251}" dt="2026-04-14T18:59:56.436" v="3660" actId="700"/>
          <ac:spMkLst>
            <pc:docMk/>
            <pc:sldMk cId="431054688" sldId="271"/>
            <ac:spMk id="4" creationId="{065699FC-546C-30B6-6839-3C9645343A27}"/>
          </ac:spMkLst>
        </pc:spChg>
      </pc:sldChg>
      <pc:sldChg chg="modSp new mod ord">
        <pc:chgData name="Hillel Arnold" userId="4aeb25ac-1389-42dc-88a9-d47cbceb394e" providerId="ADAL" clId="{38287895-51FC-5AA4-994D-D05DE7AC5251}" dt="2026-04-14T19:32:16.563" v="3760" actId="20577"/>
        <pc:sldMkLst>
          <pc:docMk/>
          <pc:sldMk cId="2223271394" sldId="272"/>
        </pc:sldMkLst>
        <pc:spChg chg="mod">
          <ac:chgData name="Hillel Arnold" userId="4aeb25ac-1389-42dc-88a9-d47cbceb394e" providerId="ADAL" clId="{38287895-51FC-5AA4-994D-D05DE7AC5251}" dt="2026-04-14T19:32:16.563" v="3760" actId="20577"/>
          <ac:spMkLst>
            <pc:docMk/>
            <pc:sldMk cId="2223271394" sldId="272"/>
            <ac:spMk id="2" creationId="{80A1B1FF-5DA6-D11A-57FF-2D310AF583AE}"/>
          </ac:spMkLst>
        </pc:spChg>
        <pc:spChg chg="mod">
          <ac:chgData name="Hillel Arnold" userId="4aeb25ac-1389-42dc-88a9-d47cbceb394e" providerId="ADAL" clId="{38287895-51FC-5AA4-994D-D05DE7AC5251}" dt="2026-04-14T18:51:54.362" v="3583" actId="20577"/>
          <ac:spMkLst>
            <pc:docMk/>
            <pc:sldMk cId="2223271394" sldId="272"/>
            <ac:spMk id="3" creationId="{3A48A51C-621F-267F-1C2D-36E407F11F5E}"/>
          </ac:spMkLst>
        </pc:spChg>
      </pc:sldChg>
      <pc:sldChg chg="modSp new mod">
        <pc:chgData name="Hillel Arnold" userId="4aeb25ac-1389-42dc-88a9-d47cbceb394e" providerId="ADAL" clId="{38287895-51FC-5AA4-994D-D05DE7AC5251}" dt="2026-04-21T18:13:51.585" v="4205" actId="20577"/>
        <pc:sldMkLst>
          <pc:docMk/>
          <pc:sldMk cId="1035409466" sldId="273"/>
        </pc:sldMkLst>
        <pc:spChg chg="mod">
          <ac:chgData name="Hillel Arnold" userId="4aeb25ac-1389-42dc-88a9-d47cbceb394e" providerId="ADAL" clId="{38287895-51FC-5AA4-994D-D05DE7AC5251}" dt="2026-04-21T18:13:18.183" v="4147" actId="20577"/>
          <ac:spMkLst>
            <pc:docMk/>
            <pc:sldMk cId="1035409466" sldId="273"/>
            <ac:spMk id="2" creationId="{9E53EC57-070A-79B7-4B7D-E1CB0015348B}"/>
          </ac:spMkLst>
        </pc:spChg>
        <pc:spChg chg="mod">
          <ac:chgData name="Hillel Arnold" userId="4aeb25ac-1389-42dc-88a9-d47cbceb394e" providerId="ADAL" clId="{38287895-51FC-5AA4-994D-D05DE7AC5251}" dt="2026-04-21T18:13:51.585" v="4205" actId="20577"/>
          <ac:spMkLst>
            <pc:docMk/>
            <pc:sldMk cId="1035409466" sldId="273"/>
            <ac:spMk id="3" creationId="{A7844D01-4836-C539-D415-E0FD08D703D0}"/>
          </ac:spMkLst>
        </pc:spChg>
      </pc:sldChg>
      <pc:sldChg chg="del">
        <pc:chgData name="Hillel Arnold" userId="4aeb25ac-1389-42dc-88a9-d47cbceb394e" providerId="ADAL" clId="{38287895-51FC-5AA4-994D-D05DE7AC5251}" dt="2026-04-21T18:58:32.422" v="4225" actId="2696"/>
        <pc:sldMkLst>
          <pc:docMk/>
          <pc:sldMk cId="1636645050" sldId="273"/>
        </pc:sldMkLst>
      </pc:sldChg>
      <pc:sldChg chg="new">
        <pc:chgData name="Hillel Arnold" userId="4aeb25ac-1389-42dc-88a9-d47cbceb394e" providerId="ADAL" clId="{38287895-51FC-5AA4-994D-D05DE7AC5251}" dt="2026-04-21T18:36:33.399" v="4206" actId="680"/>
        <pc:sldMkLst>
          <pc:docMk/>
          <pc:sldMk cId="2311905446" sldId="273"/>
        </pc:sldMkLst>
      </pc:sldChg>
      <pc:sldChg chg="addSp modSp new mod modClrScheme chgLayout">
        <pc:chgData name="Hillel Arnold" userId="4aeb25ac-1389-42dc-88a9-d47cbceb394e" providerId="ADAL" clId="{38287895-51FC-5AA4-994D-D05DE7AC5251}" dt="2026-04-21T18:57:25.121" v="4224"/>
        <pc:sldMkLst>
          <pc:docMk/>
          <pc:sldMk cId="2830988428" sldId="274"/>
        </pc:sldMkLst>
        <pc:spChg chg="add mod ord modVis">
          <ac:chgData name="Hillel Arnold" userId="4aeb25ac-1389-42dc-88a9-d47cbceb394e" providerId="ADAL" clId="{38287895-51FC-5AA4-994D-D05DE7AC5251}" dt="2026-04-21T18:57:25.121" v="4224"/>
          <ac:spMkLst>
            <pc:docMk/>
            <pc:sldMk cId="2830988428" sldId="274"/>
            <ac:spMk id="3" creationId="{94CD2272-712D-FAA5-241A-FB12F2E8932B}"/>
          </ac:spMkLst>
        </pc:spChg>
        <pc:graphicFrameChg chg="add mod">
          <ac:chgData name="Hillel Arnold" userId="4aeb25ac-1389-42dc-88a9-d47cbceb394e" providerId="ADAL" clId="{38287895-51FC-5AA4-994D-D05DE7AC5251}" dt="2026-04-21T18:56:57.843" v="4209"/>
          <ac:graphicFrameMkLst>
            <pc:docMk/>
            <pc:sldMk cId="2830988428" sldId="274"/>
            <ac:graphicFrameMk id="2" creationId="{C2FA333C-0103-B3FD-AB5A-86087C47D31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B921B-4F46-454D-A2DE-E949123D692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F22D-9298-5E46-A9CA-A9DC5251F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F22D-9298-5E46-A9CA-A9DC5251F6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28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F22D-9298-5E46-A9CA-A9DC5251F6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4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A6B1-CE87-E6D6-FBE3-432B0E36C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B18E3-1F51-27EE-1EA7-6D50B64D0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8D0D-5DD2-21A3-DE32-0CB4DAB1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1180-3376-1EF8-C324-C67FD5DA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5DAE-296F-3597-B20A-2D950CEB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BBB9-4C94-9245-16F3-A23F3137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0254-6D5A-FC38-3883-4BE4DA02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2D0EA-63A7-DD96-F162-42DEB1A6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46A87-E638-7D2B-A079-062331BA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41A5-10C1-238B-C5DF-5293CD79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3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36A6-85DC-9B00-A812-5EA939BA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30404-EC2E-9C5B-8195-335DA599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005D-B879-3CDF-18C0-F42F70A3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48E5C-0660-D0F2-FC61-0BEDAEC7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B8CE5-EEC1-8E50-3A21-61E17DF7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ED4E-F5FB-679E-E1AF-DCF8DCEA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1B279-FC4A-4ABA-4272-95780EF70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9EE39-13A1-12A1-4FFE-38091BCC2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7DEC2-062F-C747-0BC9-2ADA1037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5571A-A7ED-BD1A-8483-A151F3C2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DE267-881A-C795-A42B-B83D77C5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B5BF-0A40-2677-3B89-391A351F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222D8-49BF-ABA2-8A6E-DDD38C5D0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6EAC5-4BEC-16DD-F029-A49F3B0BA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243CA-288F-9894-1CFD-C6F7203DC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307E4-6080-D599-450C-0FC46F20F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227995-BC2B-5749-A3F3-435CE1D0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59A23-D5FE-4051-DA36-4917E670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5CACD-EAD4-1711-16FB-51690D96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5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0E8C-D4CB-B200-88BA-244BA507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AD126-F32D-2975-410E-85D06D90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C2FE4-DA10-695C-2BEC-94E86A8E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61C2-AEBB-DE22-4404-63CE7A3C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6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1FAF5-01EE-DBEA-77E7-739DBB91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9A116-8965-5660-A3DF-4FFD6724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CCE17-9381-AF77-031C-677D118A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1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FA8E-3847-241C-F3B4-5F2001EE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6E90F-2B60-2E39-A00A-52950C5D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F7D9-D689-EC6F-D9A9-D5EFEA711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85571-B9E3-64A7-C831-6CF373DB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A8B9D-12BE-75B6-4EE1-D6E8DD08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C14C2-8560-7E3A-A4E3-771DB3BE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6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24A4-FF4C-5E16-2CCC-3DF51A23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2C640-5B2F-80F4-30CD-86A754EAA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71315-F433-1FBE-8206-3F2B1DF9E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A52B7-8000-5585-13BC-5D0F4CA6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50789-AFF9-FA96-C24F-9FB522F3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B4745-DCE1-CE71-B23D-8915DFFA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0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A9AD-E837-BE97-C763-8CD36CF6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4BFE2-DAA9-2F7C-D645-020E467C4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39533-1BD2-2741-A367-2320C886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46BD8-A6FA-521E-D541-8B9C2C03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64260-2E9A-EC39-54EB-19D94DE2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6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D3E26-FB4C-72EF-4C32-F3D99708E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031EC-F62C-FAE8-8141-3C07EBD07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82E9B-B80D-D456-ABEF-25564CA7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7B065-451D-C512-909B-D1C12F39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3275-241A-FF08-68F8-0F73F9DC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CD095-7261-DFE0-9CA3-24C63F8B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31946-19AB-D105-9CAF-BBA9DD10E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C0A4D-893C-D5D4-BE9A-772E32798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E3FD7-528C-614B-B520-3F658A076A5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5352C-D6AA-64DF-46A6-71FB41B0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4137E-5FDD-5947-B037-6813DE1C5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B1185-B02B-BF47-AB45-7EB20EA2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9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8A0F-BE18-BE29-E0B9-9ADC4F6C1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Protecting Your Information Assets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77E91-7681-949B-6AEE-9A76CE6BF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Bob Clark, Director of Archives</a:t>
            </a:r>
          </a:p>
          <a:p>
            <a:r>
              <a:rPr lang="en-US"/>
              <a:t>Hillel Arnold, Associate Director of Archives &amp; Chief Digital Strategies Officer</a:t>
            </a:r>
          </a:p>
          <a:p>
            <a:r>
              <a:rPr lang="en-US"/>
              <a:t>Rockefeller Archive Center</a:t>
            </a:r>
          </a:p>
        </p:txBody>
      </p:sp>
    </p:spTree>
    <p:extLst>
      <p:ext uri="{BB962C8B-B14F-4D97-AF65-F5344CB8AC3E}">
        <p14:creationId xmlns:p14="http://schemas.microsoft.com/office/powerpoint/2010/main" val="372331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6F5B-A39F-F76A-66C0-374B1560A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E420-6B6B-B85D-7267-AEB849A4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Who we are</a:t>
            </a:r>
          </a:p>
          <a:p>
            <a:r>
              <a:rPr lang="en-US"/>
              <a:t>Core concepts in information management</a:t>
            </a:r>
          </a:p>
          <a:p>
            <a:r>
              <a:rPr lang="en-US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966383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Interactive content from Mentimeter">
                <a:extLst>
                  <a:ext uri="{FF2B5EF4-FFF2-40B4-BE49-F238E27FC236}">
                    <a16:creationId xmlns:a16="http://schemas.microsoft.com/office/drawing/2014/main" id="{C2FA333C-0103-B3FD-AB5A-86087C47D3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634150"/>
                  </p:ext>
                </p:extLst>
              </p:nvPr>
            </p:nvGraphicFramePr>
            <p:xfrm>
              <a:off x="381000" y="215899"/>
              <a:ext cx="11430000" cy="64262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Interactive content from Mentimeter">
                <a:extLst>
                  <a:ext uri="{FF2B5EF4-FFF2-40B4-BE49-F238E27FC236}">
                    <a16:creationId xmlns:a16="http://schemas.microsoft.com/office/drawing/2014/main" id="{C2FA333C-0103-B3FD-AB5A-86087C47D3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215899"/>
                <a:ext cx="11430000" cy="64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94CD2272-712D-FAA5-241A-FB12F2E8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are you on your records management journey?</a:t>
            </a:r>
          </a:p>
        </p:txBody>
      </p:sp>
    </p:spTree>
    <p:extLst>
      <p:ext uri="{BB962C8B-B14F-4D97-AF65-F5344CB8AC3E}">
        <p14:creationId xmlns:p14="http://schemas.microsoft.com/office/powerpoint/2010/main" val="283098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F37C-8167-0C99-2232-2DA9F1EF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we 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22570-2C18-8109-AEA7-DB3161FD6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5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5A3-D977-FC2A-5E59-5AAB317E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Rockefeller Archive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0C0F-37DD-E432-12B0-9FCDD3DE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Founded in 1974</a:t>
            </a:r>
          </a:p>
          <a:p>
            <a:r>
              <a:rPr lang="en-US"/>
              <a:t>Home for philanthropic records of institutional philanthropies, family foundations, and limited life foundations</a:t>
            </a:r>
          </a:p>
          <a:p>
            <a:r>
              <a:rPr lang="en-US"/>
              <a:t>Advocacy and strategy for information governance and archives across the philanthropic sector</a:t>
            </a:r>
          </a:p>
        </p:txBody>
      </p:sp>
    </p:spTree>
    <p:extLst>
      <p:ext uri="{BB962C8B-B14F-4D97-AF65-F5344CB8AC3E}">
        <p14:creationId xmlns:p14="http://schemas.microsoft.com/office/powerpoint/2010/main" val="316379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0223-8083-38DD-AC34-DD4BDA83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56053-24BE-1230-1C87-EF6CAE65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Director of Archives</a:t>
            </a:r>
          </a:p>
          <a:p>
            <a:pPr lvl="1"/>
            <a:r>
              <a:rPr lang="en-US"/>
              <a:t>Point of contact for foundation leaders who want to know why their records matter</a:t>
            </a:r>
          </a:p>
          <a:p>
            <a:r>
              <a:rPr lang="en-US"/>
              <a:t>Associate Director of Archives &amp; Chief Digital Strategies Officer</a:t>
            </a:r>
          </a:p>
          <a:p>
            <a:pPr lvl="1"/>
            <a:r>
              <a:rPr lang="en-US"/>
              <a:t>Shape strategies for acquisition, preservation and access to digital records</a:t>
            </a:r>
          </a:p>
        </p:txBody>
      </p:sp>
    </p:spTree>
    <p:extLst>
      <p:ext uri="{BB962C8B-B14F-4D97-AF65-F5344CB8AC3E}">
        <p14:creationId xmlns:p14="http://schemas.microsoft.com/office/powerpoint/2010/main" val="172629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1B29-23A1-15E5-89CF-1644F76A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579D7-383D-EBA8-46AD-9073E976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38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AFC0-00F7-418D-8BDD-F8F2EDFD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is an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F1E5-B558-AA4D-3BE1-43E143776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Information has value, just like your financial resources, physical assets, and people</a:t>
            </a:r>
          </a:p>
          <a:p>
            <a:r>
              <a:rPr lang="en-US"/>
              <a:t>This value is realized through ongoing stewardship of records</a:t>
            </a:r>
          </a:p>
        </p:txBody>
      </p:sp>
    </p:spTree>
    <p:extLst>
      <p:ext uri="{BB962C8B-B14F-4D97-AF65-F5344CB8AC3E}">
        <p14:creationId xmlns:p14="http://schemas.microsoft.com/office/powerpoint/2010/main" val="297718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B56C-8F29-F89F-1B23-00E6B578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Articulate your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5068-23D5-73F9-6AD1-70F874145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Not all organizations are the same, not all information management programs are the same</a:t>
            </a:r>
          </a:p>
          <a:p>
            <a:r>
              <a:rPr lang="en-US"/>
              <a:t>Where you want to go determines what you do:</a:t>
            </a:r>
          </a:p>
          <a:p>
            <a:pPr lvl="1"/>
            <a:r>
              <a:rPr lang="en-US"/>
              <a:t>Enhancing learning and evaluation</a:t>
            </a:r>
          </a:p>
          <a:p>
            <a:pPr lvl="1"/>
            <a:r>
              <a:rPr lang="en-US"/>
              <a:t>Celebrating an anniversary</a:t>
            </a:r>
          </a:p>
          <a:p>
            <a:pPr lvl="1"/>
            <a:r>
              <a:rPr lang="en-US"/>
              <a:t>Reducing your carbon footprint</a:t>
            </a:r>
          </a:p>
          <a:p>
            <a:pPr lvl="1"/>
            <a:r>
              <a:rPr lang="en-US"/>
              <a:t>Meeting legal compliance requirements</a:t>
            </a:r>
          </a:p>
          <a:p>
            <a:pPr lvl="1"/>
            <a:r>
              <a:rPr lang="en-US"/>
              <a:t>Providing public access to your archive</a:t>
            </a:r>
          </a:p>
          <a:p>
            <a:pPr lvl="1"/>
            <a:r>
              <a:rPr lang="en-US"/>
              <a:t>We're spending down next year and suddenly care about our legacy!</a:t>
            </a:r>
          </a:p>
        </p:txBody>
      </p:sp>
    </p:spTree>
    <p:extLst>
      <p:ext uri="{BB962C8B-B14F-4D97-AF65-F5344CB8AC3E}">
        <p14:creationId xmlns:p14="http://schemas.microsoft.com/office/powerpoint/2010/main" val="274144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9E2B-60A6-B3DB-01EA-49A3D1C9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 a records retention policy and retention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FE30A-6E2A-E7A9-5673-4212C3EAF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Forms the foundation for a successful records management program</a:t>
            </a:r>
          </a:p>
          <a:p>
            <a:r>
              <a:rPr lang="en-US"/>
              <a:t>Helps you understand your records landscape:</a:t>
            </a:r>
          </a:p>
          <a:p>
            <a:pPr lvl="1"/>
            <a:r>
              <a:rPr lang="en-US"/>
              <a:t>Systems</a:t>
            </a:r>
          </a:p>
          <a:p>
            <a:pPr lvl="1"/>
            <a:r>
              <a:rPr lang="en-US"/>
              <a:t>Identify categories of records </a:t>
            </a:r>
          </a:p>
          <a:p>
            <a:pPr lvl="1"/>
            <a:r>
              <a:rPr lang="en-US"/>
              <a:t>Articulate retention periods and final disposition</a:t>
            </a:r>
          </a:p>
        </p:txBody>
      </p:sp>
    </p:spTree>
    <p:extLst>
      <p:ext uri="{BB962C8B-B14F-4D97-AF65-F5344CB8AC3E}">
        <p14:creationId xmlns:p14="http://schemas.microsoft.com/office/powerpoint/2010/main" val="367453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0740-1191-8445-3930-A7B7018A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Focus on content, not format or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A78B-67B2-EB9C-52AC-22D5660DC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Group records by the information they contain, not file format or where they are stored</a:t>
            </a:r>
          </a:p>
          <a:p>
            <a:pPr lvl="1"/>
            <a:r>
              <a:rPr lang="en-US"/>
              <a:t>Similar information often exists in multiple places</a:t>
            </a:r>
          </a:p>
          <a:p>
            <a:pPr lvl="1"/>
            <a:r>
              <a:rPr lang="en-US"/>
              <a:t>Multiple kinds of information exist in a single storage location (for example email)</a:t>
            </a:r>
          </a:p>
          <a:p>
            <a:r>
              <a:rPr lang="en-US"/>
              <a:t>Focusing on content allows you to activate value and mitigate risk</a:t>
            </a:r>
          </a:p>
        </p:txBody>
      </p:sp>
    </p:spTree>
    <p:extLst>
      <p:ext uri="{BB962C8B-B14F-4D97-AF65-F5344CB8AC3E}">
        <p14:creationId xmlns:p14="http://schemas.microsoft.com/office/powerpoint/2010/main" val="123146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1FF-5DA6-D11A-57FF-2D310AF5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foundation for changing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A51C-621F-267F-1C2D-36E407F1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Emerging technologies can augment (but not replace) records management</a:t>
            </a:r>
          </a:p>
          <a:p>
            <a:r>
              <a:rPr lang="en-US"/>
              <a:t>Proactively design exit paths from systems</a:t>
            </a:r>
          </a:p>
          <a:p>
            <a:pPr lvl="1"/>
            <a:r>
              <a:rPr lang="en-US"/>
              <a:t>Archival export for grants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223271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B284-6B6F-D548-7619-C408B89A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It’s a program, not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CA60-941F-20C4-09AD-9DFC7C114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Cleanup is exhausting and imperfect; prevent messes before they happen</a:t>
            </a:r>
          </a:p>
          <a:p>
            <a:r>
              <a:rPr lang="en-US"/>
              <a:t>Consider a day-forward approach to the work; you can go back and clean up later</a:t>
            </a:r>
          </a:p>
          <a:p>
            <a:r>
              <a:rPr lang="en-US"/>
              <a:t>Records management is people management</a:t>
            </a:r>
          </a:p>
        </p:txBody>
      </p:sp>
    </p:spTree>
    <p:extLst>
      <p:ext uri="{BB962C8B-B14F-4D97-AF65-F5344CB8AC3E}">
        <p14:creationId xmlns:p14="http://schemas.microsoft.com/office/powerpoint/2010/main" val="1154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1925-B682-7E10-E0D6-D227FE74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 takes all of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E94D-1DDA-5F92-3881-D1E0E8F9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Connect records management with organizational mission and values</a:t>
            </a:r>
          </a:p>
          <a:p>
            <a:r>
              <a:rPr lang="en-US"/>
              <a:t>Deliver consistent and regular messaging across the organization</a:t>
            </a:r>
          </a:p>
          <a:p>
            <a:pPr lvl="1"/>
            <a:r>
              <a:rPr lang="en-US"/>
              <a:t>On and offboarding</a:t>
            </a:r>
          </a:p>
          <a:p>
            <a:pPr lvl="1"/>
            <a:r>
              <a:rPr lang="en-US"/>
              <a:t>Regular cleanup days</a:t>
            </a:r>
          </a:p>
          <a:p>
            <a:r>
              <a:rPr lang="en-US"/>
              <a:t>Foster leadership and practitioner buy-in</a:t>
            </a:r>
          </a:p>
          <a:p>
            <a:r>
              <a:rPr lang="en-US"/>
              <a:t>Build collaboration across organizational areas</a:t>
            </a:r>
          </a:p>
        </p:txBody>
      </p:sp>
    </p:spTree>
    <p:extLst>
      <p:ext uri="{BB962C8B-B14F-4D97-AF65-F5344CB8AC3E}">
        <p14:creationId xmlns:p14="http://schemas.microsoft.com/office/powerpoint/2010/main" val="27592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ECA0-FDF3-E04A-7E74-BE07A3D3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time to start is now!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699FC-546C-30B6-6839-3C9645343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54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11F7-9A1A-C445-3C6D-30E3248A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A51DD-F8EA-726E-9533-53C823E24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1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2FA6A-168D-52DE-3ABE-2C4F3351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A64C9E-30E3-9D6B-3472-8C0863EE6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ArchivingPhilanthropy.or</a:t>
            </a:r>
            <a:r>
              <a:rPr lang="en-US"/>
              <a:t>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Includes the Advancing Foundation Archives 2019 Conference Proceedings and a resource library</a:t>
            </a:r>
          </a:p>
          <a:p>
            <a:r>
              <a:rPr lang="en-US"/>
              <a:t>Advancing Foundation Archives network is coming!</a:t>
            </a:r>
          </a:p>
          <a:p>
            <a:r>
              <a:rPr lang="en-US" err="1"/>
              <a:t>Fluxx</a:t>
            </a:r>
            <a:r>
              <a:rPr lang="en-US"/>
              <a:t> Exporter</a:t>
            </a:r>
          </a:p>
        </p:txBody>
      </p:sp>
    </p:spTree>
    <p:extLst>
      <p:ext uri="{BB962C8B-B14F-4D97-AF65-F5344CB8AC3E}">
        <p14:creationId xmlns:p14="http://schemas.microsoft.com/office/powerpoint/2010/main" val="3083789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_PPT_SLIDE_MAP" val="{&quot;274&quot;:&quot;gv875r4ne3wj&quot;}"/>
  <p:tag name="MENTIMETER_SERIES_ID_KEY" val="alssb4n8jy14spwsbp3kb4vj5arqg5c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EE26A454-9841-C943-A624-E92AFDDBBFB3}">
  <we:reference id="4f6160f0-3339-47d0-9fd2-7d10a3e86c34" version="4.3.0.0" store="EXCatalog" storeType="EXCatalog"/>
  <we:alternateReferences>
    <we:reference id="WA104379261" version="4.3.0.0" store="en-US" storeType="OMEX"/>
  </we:alternateReferences>
  <we:properties>
    <we:property name="MENTIMETER_QUESTION_ID_KEY" value="&quot;gv875r4ne3wj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Protecting Your Information Assets</vt:lpstr>
      <vt:lpstr>Agenda</vt:lpstr>
      <vt:lpstr>Where are you on your records management journey?</vt:lpstr>
      <vt:lpstr>Who we are</vt:lpstr>
      <vt:lpstr>Rockefeller Archive Center</vt:lpstr>
      <vt:lpstr>Our Roles</vt:lpstr>
      <vt:lpstr>Core Concepts</vt:lpstr>
      <vt:lpstr>Information is an asset</vt:lpstr>
      <vt:lpstr>Articulate your goals</vt:lpstr>
      <vt:lpstr>Develop a records retention policy and retention schedule</vt:lpstr>
      <vt:lpstr>Focus on content, not format or storage</vt:lpstr>
      <vt:lpstr>A foundation for changing technologies</vt:lpstr>
      <vt:lpstr>It’s a program, not a project</vt:lpstr>
      <vt:lpstr>It takes all of us</vt:lpstr>
      <vt:lpstr>The time to start is now!</vt:lpstr>
      <vt:lpstr>Q&amp;A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Hillel Arnold</dc:creator>
  <cp:revision>1</cp:revision>
  <dcterms:created xsi:type="dcterms:W3CDTF">2026-04-13T18:50:53Z</dcterms:created>
  <dcterms:modified xsi:type="dcterms:W3CDTF">2026-04-21T18:58:55Z</dcterms:modified>
</cp:coreProperties>
</file>